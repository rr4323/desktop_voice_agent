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Period: {{period}}</a:t>
            </a:r>
          </a:p>
          <a:p>
            <a:r>
              <a:t>Revenue: {{revenue}}</a:t>
            </a:r>
          </a:p>
          <a:p>
            <a:r>
              <a:t>Net Income: {{net_income}}</a:t>
            </a:r>
          </a:p>
          <a:p>
            <a:r>
              <a:t>EPS: {{eps}}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